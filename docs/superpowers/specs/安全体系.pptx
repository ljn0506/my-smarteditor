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37160" cy="731520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37160" cy="457200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00400"/>
            <a:ext cx="137160" cy="457200"/>
          </a:xfrm>
          <a:prstGeom prst="rect">
            <a:avLst/>
          </a:prstGeom>
          <a:solidFill>
            <a:srgbClr val="2B7DE9"/>
          </a:solidFill>
          <a:ln w="12700">
            <a:solidFill>
              <a:srgbClr val="2B7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80000">
            <a:off x="731520" y="274320"/>
            <a:ext cx="0" cy="4572000"/>
          </a:xfrm>
          <a:prstGeom prst="line">
            <a:avLst/>
          </a:prstGeom>
          <a:noFill/>
          <a:ln w="25400">
            <a:solidFill>
              <a:srgbClr val="2B7D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480000">
            <a:off x="8412480" y="274320"/>
            <a:ext cx="0" cy="4572000"/>
          </a:xfrm>
          <a:prstGeom prst="line">
            <a:avLst/>
          </a:prstGeom>
          <a:noFill/>
          <a:ln w="25400">
            <a:solidFill>
              <a:srgbClr val="2B7D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1371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7D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基础设施安全可靠运行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6517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7D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医院业务安全可信开展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9319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040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7D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数据资源安全可控应用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安全体系</dc:title>
  <dc:subject>PptxGenJS Presentation</dc:subject>
  <dc:creator>PptxGenJS</dc:creator>
  <cp:lastModifiedBy>PptxGenJS</cp:lastModifiedBy>
  <cp:revision>1</cp:revision>
  <dcterms:created xsi:type="dcterms:W3CDTF">2026-04-27T15:58:51Z</dcterms:created>
  <dcterms:modified xsi:type="dcterms:W3CDTF">2026-04-27T15:58:51Z</dcterms:modified>
</cp:coreProperties>
</file>